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2" r:id="rId5"/>
    <p:sldId id="263" r:id="rId6"/>
    <p:sldId id="259" r:id="rId7"/>
    <p:sldId id="260" r:id="rId8"/>
    <p:sldId id="261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90" y="8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D568CECB-5CA0-4D52-B1D1-44492225DB9F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1349D1C8-220E-4697-B14C-352721795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40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8CECB-5CA0-4D52-B1D1-44492225DB9F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9D1C8-220E-4697-B14C-352721795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366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8CECB-5CA0-4D52-B1D1-44492225DB9F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9D1C8-220E-4697-B14C-352721795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547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8CECB-5CA0-4D52-B1D1-44492225DB9F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9D1C8-220E-4697-B14C-352721795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632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8CECB-5CA0-4D52-B1D1-44492225DB9F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9D1C8-220E-4697-B14C-352721795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74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8CECB-5CA0-4D52-B1D1-44492225DB9F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9D1C8-220E-4697-B14C-352721795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908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8CECB-5CA0-4D52-B1D1-44492225DB9F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9D1C8-220E-4697-B14C-352721795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467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8CECB-5CA0-4D52-B1D1-44492225DB9F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9D1C8-220E-4697-B14C-352721795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36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8CECB-5CA0-4D52-B1D1-44492225DB9F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9D1C8-220E-4697-B14C-352721795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824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8CECB-5CA0-4D52-B1D1-44492225DB9F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9D1C8-220E-4697-B14C-352721795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708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8CECB-5CA0-4D52-B1D1-44492225DB9F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9D1C8-220E-4697-B14C-352721795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4980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8CECB-5CA0-4D52-B1D1-44492225DB9F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9D1C8-220E-4697-B14C-3527217952D1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362836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8CECB-5CA0-4D52-B1D1-44492225DB9F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9D1C8-220E-4697-B14C-352721795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3959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8CECB-5CA0-4D52-B1D1-44492225DB9F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9D1C8-220E-4697-B14C-352721795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33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8CECB-5CA0-4D52-B1D1-44492225DB9F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9D1C8-220E-4697-B14C-352721795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270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8CECB-5CA0-4D52-B1D1-44492225DB9F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9D1C8-220E-4697-B14C-352721795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9389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8CECB-5CA0-4D52-B1D1-44492225DB9F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9D1C8-220E-4697-B14C-352721795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403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68CECB-5CA0-4D52-B1D1-44492225DB9F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49D1C8-220E-4697-B14C-352721795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615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dn.sparkfun.com/assets/b/f/5/a/e/hx711F_EN.pdf" TargetMode="External"/><Relationship Id="rId2" Type="http://schemas.openxmlformats.org/officeDocument/2006/relationships/hyperlink" Target="https://mm.digikey.com/Volume0/opasdata/d220001/medias/docus/864/Load_Cell_Amp_HX711_HookupGuide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igilent.com/reference/programmable-logic/zybo-z7/start?__cf_chl_tk=FnIjEIdsYphcOEP8PRRqJPGqR0DndaE4oR6BzCgPU5U-1774497152-1.0.1.1-o7kanW2yYK6V37WnRpZVQU34.7h7d2R0aiotLLyNNq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7E8E2-9F5D-D2B7-C240-CEB93BBD8D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ECE 528 Project	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C2E5BF-6AE7-B284-C730-855781A90B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</a:t>
            </a:r>
            <a:r>
              <a:rPr lang="en-US" dirty="0" err="1"/>
              <a:t>daniel</a:t>
            </a:r>
            <a:r>
              <a:rPr lang="en-US" dirty="0"/>
              <a:t> </a:t>
            </a:r>
            <a:r>
              <a:rPr lang="en-US" dirty="0" err="1"/>
              <a:t>pUGA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002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3F6F6-37A6-9B39-BC14-7D921C906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384" y="432526"/>
            <a:ext cx="9905998" cy="667533"/>
          </a:xfrm>
        </p:spPr>
        <p:txBody>
          <a:bodyPr/>
          <a:lstStyle/>
          <a:p>
            <a:r>
              <a:rPr lang="en-US" dirty="0"/>
              <a:t>Block diagram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BE94CCC-576C-86C8-C54E-954BEB3D0E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582" y="1100059"/>
            <a:ext cx="8826836" cy="49894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14166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2467C-6C52-434D-A1DB-F871CA400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49" y="479872"/>
            <a:ext cx="9947297" cy="770564"/>
          </a:xfrm>
        </p:spPr>
        <p:txBody>
          <a:bodyPr/>
          <a:lstStyle/>
          <a:p>
            <a:r>
              <a:rPr lang="en-US" dirty="0"/>
              <a:t>ADC Datasheet	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636700-F05E-4005-73D3-443031F25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446" y="1250436"/>
            <a:ext cx="7680272" cy="4992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500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ECA5E-AB47-6CD1-3A78-A2C8F7467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177F6-85D8-52ED-8C4D-9E9782E8F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49" y="479872"/>
            <a:ext cx="9947297" cy="770564"/>
          </a:xfrm>
        </p:spPr>
        <p:txBody>
          <a:bodyPr/>
          <a:lstStyle/>
          <a:p>
            <a:r>
              <a:rPr lang="en-US" dirty="0"/>
              <a:t>ADC FPGA FSM Logic	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F85786-4AA9-C7AA-9ABE-ED89E19EA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3259" y="1250436"/>
            <a:ext cx="5705475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49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57D45-8C03-9D99-3BA4-EABCF4F09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E5D4D-A2E5-EC4D-5E34-8B2E8014E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51" y="124272"/>
            <a:ext cx="9947297" cy="770564"/>
          </a:xfrm>
        </p:spPr>
        <p:txBody>
          <a:bodyPr/>
          <a:lstStyle/>
          <a:p>
            <a:r>
              <a:rPr lang="en-US" dirty="0"/>
              <a:t>ADC FPGA Simulation	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118D89-B096-22C4-395F-7725BD4909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508" y="689067"/>
            <a:ext cx="10784984" cy="60446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64337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1E17B-7D45-8A11-C20B-FBFE7246E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358793"/>
            <a:ext cx="9905998" cy="708006"/>
          </a:xfrm>
        </p:spPr>
        <p:txBody>
          <a:bodyPr/>
          <a:lstStyle/>
          <a:p>
            <a:r>
              <a:rPr lang="en-US" dirty="0"/>
              <a:t>Top Module simulation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59EE7A-DB54-12C2-8217-095E86A041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275" y="946946"/>
            <a:ext cx="10319807" cy="58015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43262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C83CC-B72F-08F4-43A7-0BDCA35F6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54677"/>
            <a:ext cx="9905998" cy="727682"/>
          </a:xfrm>
        </p:spPr>
        <p:txBody>
          <a:bodyPr/>
          <a:lstStyle/>
          <a:p>
            <a:r>
              <a:rPr lang="en-US" dirty="0"/>
              <a:t>Hardware </a:t>
            </a:r>
            <a:r>
              <a:rPr lang="en-US" dirty="0" err="1"/>
              <a:t>sETUP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767F24-0457-0B0E-5FAE-858596E74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3958" y="1346996"/>
            <a:ext cx="6160908" cy="489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767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3FEA1-E39F-EA5C-004D-9B8566D21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4596" y="483876"/>
            <a:ext cx="9905998" cy="643612"/>
          </a:xfrm>
        </p:spPr>
        <p:txBody>
          <a:bodyPr/>
          <a:lstStyle/>
          <a:p>
            <a:r>
              <a:rPr lang="en-US" dirty="0"/>
              <a:t>VIDEO</a:t>
            </a:r>
          </a:p>
        </p:txBody>
      </p:sp>
      <p:pic>
        <p:nvPicPr>
          <p:cNvPr id="4" name="IMG_4237">
            <a:hlinkClick r:id="" action="ppaction://media"/>
            <a:extLst>
              <a:ext uri="{FF2B5EF4-FFF2-40B4-BE49-F238E27FC236}">
                <a16:creationId xmlns:a16="http://schemas.microsoft.com/office/drawing/2014/main" id="{39CC1C10-D815-76B7-C610-B2BB7BDE61B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515933" y="1357803"/>
            <a:ext cx="5602310" cy="501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988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D2FC9-3FEA-1260-B5A0-F12445C89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0FEFF-B7D4-F130-5572-9BA285C30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824484"/>
            <a:ext cx="9905999" cy="3541714"/>
          </a:xfrm>
        </p:spPr>
        <p:txBody>
          <a:bodyPr/>
          <a:lstStyle/>
          <a:p>
            <a:pPr marL="457200" lvl="0" indent="-457200">
              <a:buFont typeface="+mj-lt"/>
              <a:buAutoNum type="arabicParenR"/>
            </a:pPr>
            <a:r>
              <a:rPr lang="en-US" u="sng" dirty="0">
                <a:hlinkClick r:id="rId2"/>
              </a:rPr>
              <a:t>https://mm.digikey.com/Volume0/opasdata/d220001/medias/docus/864/Load_Cell_Amp_HX711_HookupGuide.pdf</a:t>
            </a:r>
            <a:endParaRPr lang="en-US" dirty="0"/>
          </a:p>
          <a:p>
            <a:pPr marL="457200" lvl="0" indent="-457200">
              <a:buFont typeface="+mj-lt"/>
              <a:buAutoNum type="arabicParenR"/>
            </a:pPr>
            <a:r>
              <a:rPr lang="en-US" u="sng" dirty="0">
                <a:hlinkClick r:id="rId3"/>
              </a:rPr>
              <a:t>https://cdn.sparkfun.com/assets/b/f/5/a/e/hx711F_EN.pdf</a:t>
            </a:r>
            <a:endParaRPr lang="en-US" dirty="0"/>
          </a:p>
          <a:p>
            <a:pPr marL="457200" lvl="0" indent="-457200">
              <a:buFont typeface="+mj-lt"/>
              <a:buAutoNum type="arabicParenR"/>
            </a:pPr>
            <a:r>
              <a:rPr lang="en-US" u="sng" dirty="0">
                <a:hlinkClick r:id="rId4"/>
              </a:rPr>
              <a:t>https://digilent.com/reference/programmable-logic/zybo-z7/start?__cf_chl_tk=FnIjEIdsYphcOEP8PRRqJPGqR0DndaE4oR6BzCgPU5U-1774497152-1.0.1.1-o7kanW2yYK6V37WnRpZVQU34.7h7d2R0aiotLLyNNqc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4655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64</TotalTime>
  <Words>107</Words>
  <Application>Microsoft Office PowerPoint</Application>
  <PresentationFormat>Widescreen</PresentationFormat>
  <Paragraphs>13</Paragraphs>
  <Slides>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Tw Cen MT</vt:lpstr>
      <vt:lpstr>Circuit</vt:lpstr>
      <vt:lpstr>ECE 528 Project  </vt:lpstr>
      <vt:lpstr>Block diagram</vt:lpstr>
      <vt:lpstr>ADC Datasheet </vt:lpstr>
      <vt:lpstr>ADC FPGA FSM Logic </vt:lpstr>
      <vt:lpstr>ADC FPGA Simulation </vt:lpstr>
      <vt:lpstr>Top Module simulation</vt:lpstr>
      <vt:lpstr>Hardware sETUP</vt:lpstr>
      <vt:lpstr>VIDEO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</dc:creator>
  <cp:lastModifiedBy>Daniel</cp:lastModifiedBy>
  <cp:revision>17</cp:revision>
  <dcterms:created xsi:type="dcterms:W3CDTF">2026-05-08T17:16:23Z</dcterms:created>
  <dcterms:modified xsi:type="dcterms:W3CDTF">2026-05-08T18:21:18Z</dcterms:modified>
</cp:coreProperties>
</file>