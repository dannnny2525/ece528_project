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57" r:id="rId4"/>
    <p:sldId id="266" r:id="rId5"/>
    <p:sldId id="267" r:id="rId6"/>
    <p:sldId id="258" r:id="rId7"/>
    <p:sldId id="262" r:id="rId8"/>
    <p:sldId id="263" r:id="rId9"/>
    <p:sldId id="259" r:id="rId10"/>
    <p:sldId id="260" r:id="rId11"/>
    <p:sldId id="261" r:id="rId12"/>
    <p:sldId id="268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40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366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63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4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08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46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36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2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08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980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62836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95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3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70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9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03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8CECB-5CA0-4D52-B1D1-44492225DB9F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49D1C8-220E-4697-B14C-3527217952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615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dn.sparkfun.com/assets/b/f/5/a/e/hx711F_EN.pdf" TargetMode="External"/><Relationship Id="rId2" Type="http://schemas.openxmlformats.org/officeDocument/2006/relationships/hyperlink" Target="https://mm.digikey.com/Volume0/opasdata/d220001/medias/docus/864/Load_Cell_Amp_HX711_HookupGuide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igilent.com/reference/programmable-logic/zybo-z7/start?__cf_chl_tk=FnIjEIdsYphcOEP8PRRqJPGqR0DndaE4oR6BzCgPU5U-1774497152-1.0.1.1-o7kanW2yYK6V37WnRpZVQU34.7h7d2R0aiotLLyNNq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7E8E2-9F5D-D2B7-C240-CEB93BBD8D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ECE 528 Project	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C2E5BF-6AE7-B284-C730-855781A90B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</a:t>
            </a:r>
            <a:r>
              <a:rPr lang="en-US" dirty="0" err="1"/>
              <a:t>daniel</a:t>
            </a:r>
            <a:r>
              <a:rPr lang="en-US" dirty="0"/>
              <a:t> </a:t>
            </a:r>
            <a:r>
              <a:rPr lang="en-US" dirty="0" err="1"/>
              <a:t>pUGA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002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C6D8-1E17-5865-0D28-466D31B52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32CFE-4D9A-2B3A-9A93-B800096A4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Project: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Load Strain Gauge Motor Control</a:t>
            </a:r>
          </a:p>
          <a:p>
            <a:r>
              <a:rPr lang="en-US" dirty="0"/>
              <a:t>Goal: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Create an interface between a load strain gauge sensor to control a motor </a:t>
            </a:r>
          </a:p>
          <a:p>
            <a:r>
              <a:rPr lang="en-US" dirty="0"/>
              <a:t>Devices: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 err="1"/>
              <a:t>Zybo</a:t>
            </a:r>
            <a:r>
              <a:rPr lang="en-US" dirty="0"/>
              <a:t> Z7-10 SoC FPGA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HX711 Load Cell Amplifier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DFR0601 Motor Driver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17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3F6F6-37A6-9B39-BC14-7D921C906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384" y="432526"/>
            <a:ext cx="9905998" cy="667533"/>
          </a:xfrm>
        </p:spPr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0AEA6C-8245-B177-29B2-4D7A6911D46F}"/>
              </a:ext>
            </a:extLst>
          </p:cNvPr>
          <p:cNvSpPr txBox="1"/>
          <p:nvPr/>
        </p:nvSpPr>
        <p:spPr>
          <a:xfrm>
            <a:off x="851975" y="1260178"/>
            <a:ext cx="82318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ZYBO</a:t>
            </a:r>
            <a:r>
              <a:rPr lang="en-US" dirty="0"/>
              <a:t> Z7-10 FPGA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/>
              <a:t>Serial Communication between firmware logic and ADC component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/>
              <a:t>Used to develop PWM signal to control motor based on sensor’s readings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Cell Amplifier (ADC)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/>
              <a:t>Used for serial communication between FPGA to send Load Strain Gauge sensor’s value when being loaded via ADC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DFR0601 Motor Driver (PWM switching)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Used for switching the motor at a specific speed based on PWM signal’s duty cycle </a:t>
            </a:r>
          </a:p>
        </p:txBody>
      </p:sp>
    </p:spTree>
    <p:extLst>
      <p:ext uri="{BB962C8B-B14F-4D97-AF65-F5344CB8AC3E}">
        <p14:creationId xmlns:p14="http://schemas.microsoft.com/office/powerpoint/2010/main" val="814166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D493-3FE3-BCDB-97AC-E7E325E9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61674-FF42-B2EC-2C52-4C367D1E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384" y="432526"/>
            <a:ext cx="9905998" cy="667533"/>
          </a:xfrm>
        </p:spPr>
        <p:txBody>
          <a:bodyPr/>
          <a:lstStyle/>
          <a:p>
            <a:r>
              <a:rPr lang="en-US" dirty="0"/>
              <a:t>Interfaces and Peripheral used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D051BF8-A7CF-7583-F998-ACA29F056D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439" y="1154374"/>
            <a:ext cx="7549824" cy="4267635"/>
          </a:xfrm>
          <a:prstGeom prst="rect">
            <a:avLst/>
          </a:prstGeom>
          <a:noFill/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3B88943-A12C-A30C-E36C-B6395DAEF3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784427"/>
              </p:ext>
            </p:extLst>
          </p:nvPr>
        </p:nvGraphicFramePr>
        <p:xfrm>
          <a:off x="1152107" y="2346157"/>
          <a:ext cx="2649871" cy="281340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58748">
                  <a:extLst>
                    <a:ext uri="{9D8B030D-6E8A-4147-A177-3AD203B41FA5}">
                      <a16:colId xmlns:a16="http://schemas.microsoft.com/office/drawing/2014/main" val="3445692651"/>
                    </a:ext>
                  </a:extLst>
                </a:gridCol>
                <a:gridCol w="1091123">
                  <a:extLst>
                    <a:ext uri="{9D8B030D-6E8A-4147-A177-3AD203B41FA5}">
                      <a16:colId xmlns:a16="http://schemas.microsoft.com/office/drawing/2014/main" val="2364541868"/>
                    </a:ext>
                  </a:extLst>
                </a:gridCol>
              </a:tblGrid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 dirty="0">
                          <a:effectLst/>
                        </a:rPr>
                        <a:t>FPGA Pin</a:t>
                      </a:r>
                      <a:endParaRPr lang="en-U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Name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247129323"/>
                  </a:ext>
                </a:extLst>
              </a:tr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V12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PWM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740754200"/>
                  </a:ext>
                </a:extLst>
              </a:tr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+3.3V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 dirty="0" err="1">
                          <a:effectLst/>
                        </a:rPr>
                        <a:t>VDD</a:t>
                      </a:r>
                      <a:endParaRPr lang="en-U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966462813"/>
                  </a:ext>
                </a:extLst>
              </a:tr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H15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DAT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89923738"/>
                  </a:ext>
                </a:extLst>
              </a:tr>
              <a:tr h="703351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V13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PD_SCK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869740800"/>
                  </a:ext>
                </a:extLst>
              </a:tr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GND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GND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14100864"/>
                  </a:ext>
                </a:extLst>
              </a:tr>
              <a:tr h="35167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>
                          <a:effectLst/>
                        </a:rPr>
                        <a:t>K17</a:t>
                      </a:r>
                      <a:endParaRPr lang="en-U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0" dirty="0" err="1">
                          <a:effectLst/>
                        </a:rPr>
                        <a:t>CLK</a:t>
                      </a:r>
                      <a:endParaRPr lang="en-U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251212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743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829E-27BC-5C0B-77E1-D3EBA25DE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5E608-A3BF-235B-1212-CBAC9D8D1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Designed top module in VHDL to interface with submodules for PWM and serial communication</a:t>
            </a:r>
          </a:p>
          <a:p>
            <a:r>
              <a:rPr lang="en-US" dirty="0"/>
              <a:t>Created testbenches to verify the functionality of modules</a:t>
            </a:r>
          </a:p>
          <a:p>
            <a:r>
              <a:rPr lang="en-US" dirty="0"/>
              <a:t>Interfaced with hardware to test firmware</a:t>
            </a:r>
          </a:p>
        </p:txBody>
      </p:sp>
    </p:spTree>
    <p:extLst>
      <p:ext uri="{BB962C8B-B14F-4D97-AF65-F5344CB8AC3E}">
        <p14:creationId xmlns:p14="http://schemas.microsoft.com/office/powerpoint/2010/main" val="755860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2467C-6C52-434D-A1DB-F871CA400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349" y="479872"/>
            <a:ext cx="9947297" cy="770564"/>
          </a:xfrm>
        </p:spPr>
        <p:txBody>
          <a:bodyPr/>
          <a:lstStyle/>
          <a:p>
            <a:r>
              <a:rPr lang="en-US" dirty="0"/>
              <a:t>ADC Datasheet	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636700-F05E-4005-73D3-443031F25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46" y="1250436"/>
            <a:ext cx="7680272" cy="499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500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ECA5E-AB47-6CD1-3A78-A2C8F7467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177F6-85D8-52ED-8C4D-9E9782E8F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349" y="479872"/>
            <a:ext cx="9947297" cy="770564"/>
          </a:xfrm>
        </p:spPr>
        <p:txBody>
          <a:bodyPr/>
          <a:lstStyle/>
          <a:p>
            <a:r>
              <a:rPr lang="en-US" dirty="0"/>
              <a:t>ADC FPGA FSM Logic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85786-4AA9-C7AA-9ABE-ED89E19EA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59" y="1250436"/>
            <a:ext cx="5705475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9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57D45-8C03-9D99-3BA4-EABCF4F09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E5D4D-A2E5-EC4D-5E34-8B2E8014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351" y="124272"/>
            <a:ext cx="9947297" cy="770564"/>
          </a:xfrm>
        </p:spPr>
        <p:txBody>
          <a:bodyPr/>
          <a:lstStyle/>
          <a:p>
            <a:r>
              <a:rPr lang="en-US" dirty="0"/>
              <a:t>ADC FPGA Simulation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18D89-B096-22C4-395F-7725BD4909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508" y="689067"/>
            <a:ext cx="10784984" cy="604466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4337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E17B-7D45-8A11-C20B-FBFE7246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358793"/>
            <a:ext cx="9905998" cy="708006"/>
          </a:xfrm>
        </p:spPr>
        <p:txBody>
          <a:bodyPr/>
          <a:lstStyle/>
          <a:p>
            <a:r>
              <a:rPr lang="en-US" dirty="0"/>
              <a:t>Top Module simulation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9EE7A-DB54-12C2-8217-095E86A041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75" y="946946"/>
            <a:ext cx="10319807" cy="58015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3262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C83CC-B72F-08F4-43A7-0BDCA35F6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4677"/>
            <a:ext cx="9905998" cy="727682"/>
          </a:xfrm>
        </p:spPr>
        <p:txBody>
          <a:bodyPr/>
          <a:lstStyle/>
          <a:p>
            <a:r>
              <a:rPr lang="en-US" dirty="0"/>
              <a:t>Hardware </a:t>
            </a:r>
            <a:r>
              <a:rPr lang="en-US" dirty="0" err="1"/>
              <a:t>sETUP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767F24-0457-0B0E-5FAE-858596E74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958" y="1346996"/>
            <a:ext cx="6160908" cy="489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767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FEA1-E39F-EA5C-004D-9B8566D21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4596" y="483876"/>
            <a:ext cx="9905998" cy="643612"/>
          </a:xfrm>
        </p:spPr>
        <p:txBody>
          <a:bodyPr/>
          <a:lstStyle/>
          <a:p>
            <a:r>
              <a:rPr lang="en-US" dirty="0"/>
              <a:t>VIDEO</a:t>
            </a:r>
          </a:p>
        </p:txBody>
      </p:sp>
      <p:pic>
        <p:nvPicPr>
          <p:cNvPr id="4" name="IMG_4237">
            <a:hlinkClick r:id="" action="ppaction://media"/>
            <a:extLst>
              <a:ext uri="{FF2B5EF4-FFF2-40B4-BE49-F238E27FC236}">
                <a16:creationId xmlns:a16="http://schemas.microsoft.com/office/drawing/2014/main" id="{39CC1C10-D815-76B7-C610-B2BB7BDE61B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15933" y="1357803"/>
            <a:ext cx="5602310" cy="501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98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0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0E111-08F5-F422-B207-33302F43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C058A-DDBC-40E0-07E7-BE17A10EB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Accomplished interface between load strain gauge sensor and motor via firmware logic</a:t>
            </a:r>
          </a:p>
          <a:p>
            <a:r>
              <a:rPr lang="en-US" dirty="0"/>
              <a:t>Challenges encountered was creating a finite state machine for serial communication</a:t>
            </a:r>
          </a:p>
          <a:p>
            <a:r>
              <a:rPr lang="en-US" dirty="0"/>
              <a:t>Learned more about serial communication protocols </a:t>
            </a:r>
          </a:p>
        </p:txBody>
      </p:sp>
    </p:spTree>
    <p:extLst>
      <p:ext uri="{BB962C8B-B14F-4D97-AF65-F5344CB8AC3E}">
        <p14:creationId xmlns:p14="http://schemas.microsoft.com/office/powerpoint/2010/main" val="436535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2FC9-3FEA-1260-B5A0-F12445C89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0FEFF-B7D4-F130-5572-9BA285C3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24484"/>
            <a:ext cx="9905999" cy="3541714"/>
          </a:xfrm>
        </p:spPr>
        <p:txBody>
          <a:bodyPr/>
          <a:lstStyle/>
          <a:p>
            <a:pPr marL="457200" lvl="0" indent="-457200">
              <a:buFont typeface="+mj-lt"/>
              <a:buAutoNum type="arabicParenR"/>
            </a:pPr>
            <a:r>
              <a:rPr lang="en-US" u="sng" dirty="0">
                <a:hlinkClick r:id="rId2"/>
              </a:rPr>
              <a:t>https://mm.digikey.com/Volume0/opasdata/d220001/medias/docus/864/Load_Cell_Amp_HX711_HookupGuide.pdf</a:t>
            </a:r>
            <a:endParaRPr lang="en-US" dirty="0"/>
          </a:p>
          <a:p>
            <a:pPr marL="457200" lvl="0" indent="-457200">
              <a:buFont typeface="+mj-lt"/>
              <a:buAutoNum type="arabicParenR"/>
            </a:pPr>
            <a:r>
              <a:rPr lang="en-US" u="sng" dirty="0">
                <a:hlinkClick r:id="rId3"/>
              </a:rPr>
              <a:t>https://cdn.sparkfun.com/assets/b/f/5/a/e/hx711F_EN.pdf</a:t>
            </a:r>
            <a:endParaRPr lang="en-US" dirty="0"/>
          </a:p>
          <a:p>
            <a:pPr marL="457200" lvl="0" indent="-457200">
              <a:buFont typeface="+mj-lt"/>
              <a:buAutoNum type="arabicParenR"/>
            </a:pPr>
            <a:r>
              <a:rPr lang="en-US" u="sng" dirty="0">
                <a:hlinkClick r:id="rId4"/>
              </a:rPr>
              <a:t>https://digilent.com/reference/programmable-logic/zybo-z7/start?__cf_chl_tk=FnIjEIdsYphcOEP8PRRqJPGqR0DndaE4oR6BzCgPU5U-1774497152-1.0.1.1-o7kanW2yYK6V37WnRpZVQU34.7h7d2R0aiotLLyNNqc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4655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77</TotalTime>
  <Words>298</Words>
  <Application>Microsoft Office PowerPoint</Application>
  <PresentationFormat>Widescreen</PresentationFormat>
  <Paragraphs>53</Paragraphs>
  <Slides>13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Courier New</vt:lpstr>
      <vt:lpstr>Tw Cen MT</vt:lpstr>
      <vt:lpstr>Circuit</vt:lpstr>
      <vt:lpstr>ECE 528 Project  </vt:lpstr>
      <vt:lpstr>Project Overview</vt:lpstr>
      <vt:lpstr>System Architecture</vt:lpstr>
      <vt:lpstr>Interfaces and Peripheral used</vt:lpstr>
      <vt:lpstr>Verification and testing</vt:lpstr>
      <vt:lpstr>ADC Datasheet </vt:lpstr>
      <vt:lpstr>ADC FPGA FSM Logic </vt:lpstr>
      <vt:lpstr>ADC FPGA Simulation </vt:lpstr>
      <vt:lpstr>Top Module simulation</vt:lpstr>
      <vt:lpstr>Hardware sETUP</vt:lpstr>
      <vt:lpstr>VIDEO</vt:lpstr>
      <vt:lpstr>Conclusion 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</dc:creator>
  <cp:lastModifiedBy>Daniel</cp:lastModifiedBy>
  <cp:revision>37</cp:revision>
  <dcterms:created xsi:type="dcterms:W3CDTF">2026-05-08T17:16:23Z</dcterms:created>
  <dcterms:modified xsi:type="dcterms:W3CDTF">2026-05-09T03:32:06Z</dcterms:modified>
</cp:coreProperties>
</file>